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 PPT 展示最近完成的工作: 9 个机器验证的 7×7 和棋局面。核心纪律不变: C++ 搜索器只负责找候选证书, 是否成立完全由 Lean 检查器决定。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每个局面的验证分四步: 先构造一个每个长度5窗口都同时含黑白两子的局面, 然后 C++ 分别搜索白防黑和黑防白两张防守证书, Lean 检查器逐节点重算, 最后用 soundness 定理组合出 StandardDraw。九个局面、五项断言全部通过。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局面一: Draw7x7, 最初的种子。21黑21白, 7个空格, 轮到黑方。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局面二: Draw7x7s2, 随机化移除顺序得到的第二个种子。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局面三: Draw7x7s3。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局面四: Draw7x7s4。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局面五: Draw7x7s5。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局面六: Draw7x7s6。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局面七: Draw7x7s7。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局面八: Draw7x7s8。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局面九: Draw7x7s9。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汇总: 九个局面的两张证书全部通过 Lean 检查, 每个局面都得到了 StandardDraw 定理。需要说明: 这些是特定的中盘局面, 空棋盘的和棋定理仍然是开放目标。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微软雅黑"/>
                <a:ea typeface="微软雅黑"/>
              </a:rPr>
              <a:t>GOMOKU FORMALIZATION · VERIFIED DRAW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9 个机器验证的 7×7 和棋局面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FD8E8"/>
                </a:solidFill>
                <a:latin typeface="微软雅黑"/>
                <a:ea typeface="微软雅黑"/>
              </a:rPr>
              <a:t>每个局面: 21 黑 + 21 白 · 轮到黑方 · 7 个空格 · 双方都无法成五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37744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CE94"/>
                </a:solidFill>
                <a:latin typeface="微软雅黑"/>
                <a:ea typeface="微软雅黑"/>
              </a:rPr>
              <a:t>不可信搜索器找证书  →  Lean 检查器逐节点重算  →  StandardDraw 定理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E9BB8"/>
                </a:solidFill>
                <a:latin typeface="微软雅黑"/>
                <a:ea typeface="微软雅黑"/>
              </a:rPr>
              <a:t>C++ DefenseSearcher · checkDefenseCertificateAt · white/black_defense_certificate_sound · standardDraw_of_mutualDefense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和棋是怎么验证的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Trust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 构造局面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每个长度 5 窗口都含黑白两子
→ 任何一方永远无法成五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 C++ 找证书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白防黑 + 黑防白 两张防守证书
(搜索器不可信, 只出候选)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65392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 Lean 重算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checkDefenseCertificateAt
逐节点重算局面/轮次/终局/应手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71432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64624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 组合出定理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两张证书 + soundness
⇒ StandardDraw 局面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290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微软雅黑"/>
                <a:ea typeface="微软雅黑"/>
              </a:rPr>
              <a:t>每个局面独立验证 4 项断言 (全部 native_decide, 不依赖 C++ 结果):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233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白防黑证书 checkDefenseCertificateAt =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0233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黑防白证书 checkDefenseCertificateAt = 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4805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377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局面形状: 21黑 + 21白 + 7空 + 轮到黑方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9377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949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60 个长度 5 窗口全部双色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3949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521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StandardDraw &lt;position&gt; 由两张证书组合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8521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43600"/>
            <a:ext cx="11055096" cy="457200"/>
          </a:xfrm>
          <a:prstGeom prst="roundRect">
            <a:avLst>
              <a:gd name="adj" fmla="val 2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C98A2D"/>
                </a:solidFill>
                <a:latin typeface="微软雅黑"/>
                <a:ea typeface="微软雅黑"/>
              </a:rPr>
              <a:t>搜索器可以犯错, 检查器不放错; 通过检查的证书才是定理。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1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Draw7x7.lean · seed 1</a:t>
            </a:r>
          </a:p>
        </p:txBody>
      </p:sp>
      <p:pic>
        <p:nvPicPr>
          <p:cNvPr id="6" name="Picture 5" descr="Draw7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Draw7x7s2.lean · seed 2</a:t>
            </a:r>
          </a:p>
        </p:txBody>
      </p:sp>
      <p:pic>
        <p:nvPicPr>
          <p:cNvPr id="6" name="Picture 5" descr="Draw7x7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Draw7x7s3.lean · seed 3</a:t>
            </a:r>
          </a:p>
        </p:txBody>
      </p:sp>
      <p:pic>
        <p:nvPicPr>
          <p:cNvPr id="6" name="Picture 5" descr="Draw7x7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Draw7x7s4.lean · seed 4</a:t>
            </a:r>
          </a:p>
        </p:txBody>
      </p:sp>
      <p:pic>
        <p:nvPicPr>
          <p:cNvPr id="6" name="Picture 5" descr="Draw7x7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Draw7x7s5.lean · seed 5</a:t>
            </a:r>
          </a:p>
        </p:txBody>
      </p:sp>
      <p:pic>
        <p:nvPicPr>
          <p:cNvPr id="6" name="Picture 5" descr="Draw7x7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Draw7x7s6.lean · seed 6</a:t>
            </a:r>
          </a:p>
        </p:txBody>
      </p:sp>
      <p:pic>
        <p:nvPicPr>
          <p:cNvPr id="6" name="Picture 5" descr="Draw7x7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Draw7x7s7.lean · seed 7</a:t>
            </a:r>
          </a:p>
        </p:txBody>
      </p:sp>
      <p:pic>
        <p:nvPicPr>
          <p:cNvPr id="6" name="Picture 5" descr="Draw7x7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Draw7x7s8.lean · seed 8</a:t>
            </a:r>
          </a:p>
        </p:txBody>
      </p:sp>
      <p:pic>
        <p:nvPicPr>
          <p:cNvPr id="6" name="Picture 5" descr="Draw7x7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Draw7x7s9.lean · seed 9</a:t>
            </a:r>
          </a:p>
        </p:txBody>
      </p:sp>
      <p:pic>
        <p:nvPicPr>
          <p:cNvPr id="6" name="Picture 5" descr="Draw7x7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全部 9 个局面: 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Lean 定理文件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种子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白防证书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黑防证书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StandardDraw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窗口双色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Draw7x7.lean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Draw7x7s2.lean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Draw7x7s3.lean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Draw7x7s4.lean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Draw7x7s5.lean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Draw7x7s6.lean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Draw7x7s7.lean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Draw7x7s8.lean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Draw7x7s9.lean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80644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E7D4F"/>
                </a:solidFill>
                <a:latin typeface="微软雅黑"/>
                <a:ea typeface="微软雅黑"/>
              </a:rPr>
              <a:t>9 / 9 全部通过: 每张证书经 Lean 检查器重算, 每个局面都证明了 StandardDraw。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9 个机器验证的和棋局面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 个机器验证的 7×7 和棋局面</dc:title>
  <dc:subject/>
  <dc:creator>Gomoku Formalization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